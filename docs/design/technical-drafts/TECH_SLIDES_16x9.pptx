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8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615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Титульный слайд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11186159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16x9  /  TITLE  /  01  / 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0300"/>
            <a:ext cx="1082039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  <a:latin typeface="Arial"/>
              </a:rPr>
              <a:t>[НАЗВАНИЕ ПРЕЗЕНТАЦИИ]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314700"/>
            <a:ext cx="10728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Arial"/>
              </a:rPr>
              <a:t>[ПОДЗАГОЛОВОК И ДАТА]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8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615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Завершение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11186159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16x9  /  CLOSING  /  02  / 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0300"/>
            <a:ext cx="1082039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  <a:latin typeface="Arial"/>
              </a:rPr>
              <a:t>[ИТОГ / КОНТАКТЫ]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314700"/>
            <a:ext cx="10728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Arial"/>
              </a:rPr>
              <a:t>[ПОДЗАГОЛОВОК И ДАТА]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8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615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Объёмный текст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11186159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16x9  /  TEXT  /  03  / 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839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Arial"/>
              </a:rPr>
              <a:t>1. [РЕДАКТИРУЕМЫЙ АБЗАЦ · ЗАМЕНИТЬ ТЕКСТ МУЗЕЯ]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6288"/>
            <a:ext cx="10911839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Arial"/>
              </a:rPr>
              <a:t>2. [РЕДАКТИРУЕМЫЙ АБЗАЦ · ЗАМЕНИТЬ ТЕКСТ МУЗЕЯ]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51248"/>
            <a:ext cx="10911839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Arial"/>
              </a:rPr>
              <a:t>3. [РЕДАКТИРУЕМЫЙ АБЗАЦ · ЗАМЕНИТЬ ТЕКСТ МУЗЕЯ]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8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615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Крупное изображение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11186159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16x9  /  IMAGE  /  04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0911839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3751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[ИЗОБРАЖЕНИЕ: ЛИЦЕНЗИЯ И ALT ПЕРЕД ИСПОЛЬЗОВАНИЕМ]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8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615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Текст и изображение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11186159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16x9  /  MIXED  /  05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51535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2410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[ИЗОБРАЖЕНИЕ]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0883" y="1618488"/>
            <a:ext cx="537819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Arial"/>
              </a:rPr>
              <a:t>[РЕДАКТИРУЕМЫЙ ТЕКСТ И ПОДПИСЬ]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8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615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Четыре текстовых блока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11186159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16x9  /  FOUR  /  06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5515355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2410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56816"/>
            <a:ext cx="52410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0883" y="1481328"/>
            <a:ext cx="5515355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8043" y="1600200"/>
            <a:ext cx="52410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043" y="1956816"/>
            <a:ext cx="52410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6491"/>
            <a:ext cx="5515355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55363"/>
            <a:ext cx="52410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11979"/>
            <a:ext cx="52410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10883" y="3936491"/>
            <a:ext cx="5515355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8043" y="4055363"/>
            <a:ext cx="52410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043" y="4411979"/>
            <a:ext cx="52410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8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615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Шесть текстовых блоков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11186159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16x9  /  SIX  /  07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625087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56816"/>
            <a:ext cx="33507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0615" y="1481328"/>
            <a:ext cx="3625087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7775" y="1600200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7775" y="1956816"/>
            <a:ext cx="33507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1151" y="1481328"/>
            <a:ext cx="3625087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8311" y="1600200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8311" y="1956816"/>
            <a:ext cx="33507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36491"/>
            <a:ext cx="3625087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55363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11979"/>
            <a:ext cx="33507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0615" y="3936491"/>
            <a:ext cx="3625087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7775" y="4055363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7775" y="4411979"/>
            <a:ext cx="33507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1151" y="3936491"/>
            <a:ext cx="3625087" cy="22997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8311" y="4055363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8311" y="4411979"/>
            <a:ext cx="33507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8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118615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Таблица и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11186159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16x9  /  DATA  /  08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625087" cy="1664207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[МЕТРИКА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0615" y="1481328"/>
            <a:ext cx="3625087" cy="1664207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7775" y="1600200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[МЕТРИКА 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01151" y="1481328"/>
            <a:ext cx="3625087" cy="1664207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8311" y="1600200"/>
            <a:ext cx="33507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[МЕТРИКА 3]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5926"/>
            <a:ext cx="11186159" cy="2472537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44798"/>
            <a:ext cx="10911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[ДИАГРАММА ИЛИ ТАБЛИЦА: ОТДЕЛЬНЫЕ ОБЪЕКТЫ]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