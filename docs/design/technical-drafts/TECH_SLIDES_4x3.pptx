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9728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Титульный слайд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TITLE  /  01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Arial"/>
              </a:rPr>
              <a:t>[НАЗВАНИЕ ПРЕЗЕНТАЦИИ]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79476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[ПОДЗАГОЛОВОК И ДАТА]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Завершение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CLOSING  /  02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9601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  <a:latin typeface="Arial"/>
              </a:rPr>
              <a:t>[ИТОГ / КОНТАКТЫ]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79476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Arial"/>
              </a:rPr>
              <a:t>[ПОДЗАГОЛОВОК И ДАТА]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Объёмный текст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TEXT  /  03  / 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69264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1. [РЕДАКТИРУЕМЫЙ АБЗАЦ · ЗАМЕНИТЬ ТЕКСТ МУЗЕЯ]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3488"/>
            <a:ext cx="969264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2. [РЕДАКТИРУЕМЫЙ АБЗАЦ · ЗАМЕНИТЬ ТЕКСТ МУЗЕЯ]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65648"/>
            <a:ext cx="969264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E293B"/>
                </a:solidFill>
                <a:latin typeface="Arial"/>
              </a:rPr>
              <a:t>3. [РЕДАКТИРУЕМЫЙ АБЗАЦ · ЗАМЕНИТЬ ТЕКСТ МУЗЕЯ]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Крупное изображение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IMAGE  /  04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9692640" cy="603504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94183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[ИЗОБРАЖЕНИЕ: ЛИЦЕНЗИЯ И ALT ПЕРЕД ИСПОЛЬЗОВАНИЕМ]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Текст и изображение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MIXED  /  05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4905756" cy="603504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6314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[ИЗОБРАЖЕНИЕ]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1284" y="1618488"/>
            <a:ext cx="4768596" cy="580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293B"/>
                </a:solidFill>
                <a:latin typeface="Arial"/>
              </a:rPr>
              <a:t>[РЕДАКТИРУЕМЫЙ ТЕКСТ И ПОДПИСЬ]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Четыре текстовых блока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FOUR  /  06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4905756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6314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4631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5701284" y="1481328"/>
            <a:ext cx="4905756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8444" y="1600200"/>
            <a:ext cx="46314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8444" y="1956816"/>
            <a:ext cx="4631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22292"/>
            <a:ext cx="4905756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41164"/>
            <a:ext cx="46314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97779"/>
            <a:ext cx="4631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1284" y="4622292"/>
            <a:ext cx="4905756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8444" y="4741164"/>
            <a:ext cx="46314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8444" y="5097779"/>
            <a:ext cx="46314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Шесть текстовых блоков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SIX  /  07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56816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014215" y="1481328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1376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1956816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8352" y="1481328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1956816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22292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4116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97779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4215" y="4622292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474116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5097779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88352" y="4622292"/>
            <a:ext cx="3218688" cy="2985516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4741164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[БЛОК 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5097779"/>
            <a:ext cx="2944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293B"/>
                </a:solidFill>
                <a:latin typeface="Arial"/>
              </a:rPr>
              <a:t>ТЕКСТ / РЕДАКТИРОВАТЬ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rial"/>
              </a:rPr>
              <a:t>MUSBREAD · ТЕХНИЧЕСКАЯ РАСКЛАДКА · НЕ ФИРМЕННЫЙ СТИЛЬ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94944"/>
            <a:ext cx="99669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E293B"/>
                </a:solidFill>
                <a:latin typeface="Arial"/>
              </a:rPr>
              <a:t>Таблица и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2728"/>
            <a:ext cx="9966960" cy="137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882127"/>
            <a:ext cx="9966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rial"/>
              </a:rPr>
              <a:t>TZ-054–058  /  4x3  /  DATA  /  08  / 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218688" cy="21442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1]</a:t>
            </a:r>
          </a:p>
        </p:txBody>
      </p:sp>
      <p:sp>
        <p:nvSpPr>
          <p:cNvPr id="8" name="Rectangle 7"/>
          <p:cNvSpPr/>
          <p:nvPr/>
        </p:nvSpPr>
        <p:spPr>
          <a:xfrm>
            <a:off x="4014215" y="1481328"/>
            <a:ext cx="3218688" cy="21442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51376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88352" y="1481328"/>
            <a:ext cx="3218688" cy="2144268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600200"/>
            <a:ext cx="2944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[МЕТРИКА 3]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15714"/>
            <a:ext cx="9966960" cy="3185769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34586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rial"/>
              </a:rPr>
              <a:t>[ДИАГРАММА ИЛИ ТАБЛИЦА: ОТДЕЛЬНЫЕ ОБЪЕКТЫ]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